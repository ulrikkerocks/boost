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1"/>
  </p:notesMasterIdLst>
  <p:sldIdLst>
    <p:sldId id="256" r:id="rId8"/>
    <p:sldId id="258" r:id="rId9"/>
    <p:sldId id="267" r:id="rId10"/>
    <p:sldId id="261" r:id="rId11"/>
    <p:sldId id="268" r:id="rId12"/>
    <p:sldId id="262" r:id="rId13"/>
    <p:sldId id="269" r:id="rId14"/>
    <p:sldId id="263" r:id="rId15"/>
    <p:sldId id="264" r:id="rId16"/>
    <p:sldId id="270" r:id="rId17"/>
    <p:sldId id="265" r:id="rId18"/>
    <p:sldId id="266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y Glasheen" initials="RG" lastIdx="1" clrIdx="0">
    <p:extLst>
      <p:ext uri="{19B8F6BF-5375-455C-9EA6-DF929625EA0E}">
        <p15:presenceInfo xmlns:p15="http://schemas.microsoft.com/office/powerpoint/2012/main" userId="S::rglasheen@brightwork.com::785f7a1a-8d11-4bab-9525-84d3cd0677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00"/>
    <a:srgbClr val="3679FC"/>
    <a:srgbClr val="76BC21"/>
    <a:srgbClr val="FFCD00"/>
    <a:srgbClr val="00E2FF"/>
    <a:srgbClr val="00F69B"/>
    <a:srgbClr val="8533A1"/>
    <a:srgbClr val="B2AFC4"/>
    <a:srgbClr val="1ECAD3"/>
    <a:srgbClr val="2B6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48530-BA8A-054B-819B-DD187C002EE3}" v="1" dt="2026-04-30T15:32:19.186"/>
    <p1510:client id="{FE61737C-C49F-6D46-AAC7-1EA9B0C40812}" v="30" dt="2026-04-30T15:16:2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2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75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Glasheen" userId="c67fd889-8470-4165-8569-8911e7ff9a0a" providerId="ADAL" clId="{506579FA-F8C7-5B5D-A2A1-C8B20A0AC245}"/>
    <pc:docChg chg="modSld modMainMaster modNotesMaster">
      <pc:chgData name="Ray Glasheen" userId="c67fd889-8470-4165-8569-8911e7ff9a0a" providerId="ADAL" clId="{506579FA-F8C7-5B5D-A2A1-C8B20A0AC245}" dt="2026-04-30T15:32:19.186" v="47" actId="18331"/>
      <pc:docMkLst>
        <pc:docMk/>
      </pc:docMkLst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080557386" sldId="256"/>
        </pc:sldMkLst>
      </pc:sldChg>
      <pc:sldChg chg="modSp mod 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50046711" sldId="258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3" creationId="{43EEEF1E-D858-9C47-9A95-2D236BFD2F31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4" creationId="{12D3891A-AA58-D14F-909B-BF581581CD69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7" creationId="{107F331A-088A-5E4B-ADDD-52C41D93C27C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474078492" sldId="261"/>
        </pc:sldMkLst>
        <pc:spChg chg="mod">
          <ac:chgData name="Ray Glasheen" userId="c67fd889-8470-4165-8569-8911e7ff9a0a" providerId="ADAL" clId="{506579FA-F8C7-5B5D-A2A1-C8B20A0AC245}" dt="2026-04-30T10:37:05.918" v="8" actId="207"/>
          <ac:spMkLst>
            <pc:docMk/>
            <pc:sldMk cId="1474078492" sldId="261"/>
            <ac:spMk id="2" creationId="{BD9E7A4B-103B-A243-ACCD-0C9FE7384C12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157289511" sldId="262"/>
        </pc:sldMkLst>
        <pc:spChg chg="mod">
          <ac:chgData name="Ray Glasheen" userId="c67fd889-8470-4165-8569-8911e7ff9a0a" providerId="ADAL" clId="{506579FA-F8C7-5B5D-A2A1-C8B20A0AC245}" dt="2026-04-30T10:37:10.183" v="9" actId="207"/>
          <ac:spMkLst>
            <pc:docMk/>
            <pc:sldMk cId="1157289511" sldId="262"/>
            <ac:spMk id="2" creationId="{36344FFF-13BA-424C-9540-AE5072FAFE91}"/>
          </ac:spMkLst>
        </pc:spChg>
      </pc:sldChg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326974690" sldId="263"/>
        </pc:sldMkLst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577289732" sldId="264"/>
        </pc:sldMkLst>
        <pc:spChg chg="mod">
          <ac:chgData name="Ray Glasheen" userId="c67fd889-8470-4165-8569-8911e7ff9a0a" providerId="ADAL" clId="{506579FA-F8C7-5B5D-A2A1-C8B20A0AC245}" dt="2026-04-30T10:37:16.324" v="10" actId="207"/>
          <ac:spMkLst>
            <pc:docMk/>
            <pc:sldMk cId="3577289732" sldId="264"/>
            <ac:spMk id="2" creationId="{C64E0B3B-90DF-B94B-AE01-B5E2E4D25A75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735981974" sldId="265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2735981974" sldId="265"/>
            <ac:spMk id="2" creationId="{F1C5D181-690E-C445-BC33-669C1AE0453A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998035033" sldId="266"/>
        </pc:sldMkLst>
        <pc:spChg chg="mod">
          <ac:chgData name="Ray Glasheen" userId="c67fd889-8470-4165-8569-8911e7ff9a0a" providerId="ADAL" clId="{506579FA-F8C7-5B5D-A2A1-C8B20A0AC245}" dt="2026-04-30T10:37:25.928" v="12" actId="207"/>
          <ac:spMkLst>
            <pc:docMk/>
            <pc:sldMk cId="998035033" sldId="266"/>
            <ac:spMk id="4" creationId="{0F78C5E3-8A6D-A44D-BF28-D62711E48D00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91276983" sldId="267"/>
        </pc:sldMkLst>
        <pc:spChg chg="mod">
          <ac:chgData name="Ray Glasheen" userId="c67fd889-8470-4165-8569-8911e7ff9a0a" providerId="ADAL" clId="{506579FA-F8C7-5B5D-A2A1-C8B20A0AC245}" dt="2026-04-30T10:36:34.479" v="5" actId="207"/>
          <ac:spMkLst>
            <pc:docMk/>
            <pc:sldMk cId="391276983" sldId="267"/>
            <ac:spMk id="2" creationId="{C448848D-FDC8-0E4A-A9A5-45DDD99E9CB7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510906715" sldId="268"/>
        </pc:sldMkLst>
        <pc:spChg chg="mod">
          <ac:chgData name="Ray Glasheen" userId="c67fd889-8470-4165-8569-8911e7ff9a0a" providerId="ADAL" clId="{506579FA-F8C7-5B5D-A2A1-C8B20A0AC245}" dt="2026-04-30T10:36:56.515" v="7" actId="207"/>
          <ac:spMkLst>
            <pc:docMk/>
            <pc:sldMk cId="1510906715" sldId="268"/>
            <ac:spMk id="2" creationId="{8EE4798F-ADE4-4A47-81D7-2A692EDC350F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444015328" sldId="269"/>
        </pc:sldMkLst>
        <pc:spChg chg="mod">
          <ac:chgData name="Ray Glasheen" userId="c67fd889-8470-4165-8569-8911e7ff9a0a" providerId="ADAL" clId="{506579FA-F8C7-5B5D-A2A1-C8B20A0AC245}" dt="2026-04-30T10:36:49.784" v="6" actId="207"/>
          <ac:spMkLst>
            <pc:docMk/>
            <pc:sldMk cId="2444015328" sldId="269"/>
            <ac:spMk id="2" creationId="{4E988BC2-77A6-DB4D-B85B-B8762C5421F1}"/>
          </ac:spMkLst>
        </pc:spChg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656950007" sldId="270"/>
        </pc:sldMkLst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898693924" sldId="271"/>
        </pc:sldMkLst>
      </pc:sld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2281765972" sldId="2147483678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2281765972" sldId="2147483678"/>
            <pc:sldLayoutMk cId="2898312491" sldId="2147483679"/>
          </pc:sldLayoutMkLst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4189170703" sldId="2147483680"/>
        </pc:sldMasterMkLst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4189170703" sldId="2147483680"/>
            <pc:sldLayoutMk cId="1131539201" sldId="2147483681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4189170703" sldId="2147483680"/>
              <pc:sldLayoutMk cId="1131539201" sldId="2147483681"/>
              <ac:spMk id="15" creationId="{091E24DE-EFB1-0B46-A1A5-D4A0F86E2C80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758291486" sldId="2147483682"/>
        </pc:sldMasterMkLst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187323503" sldId="214748368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187323503" sldId="2147483683"/>
              <ac:spMk id="11" creationId="{87A50152-6AF0-CB4C-8223-B92B04D86F3A}"/>
            </ac:spMkLst>
          </pc:spChg>
        </pc:sldLayoutChg>
        <pc:sldLayoutChg chg="modSp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906598798" sldId="2147483686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906598798" sldId="2147483686"/>
              <ac:spMk id="14" creationId="{2C0C7565-66F8-5E4F-BC70-B52629A037B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015417581" sldId="2147483687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10" creationId="{DC03047F-22E2-5B43-86A2-7583C9DB314F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304504484" sldId="2147483688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6" creationId="{1C79D75D-1604-BB44-B1C9-298036D703C2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9" creationId="{FDD66AF7-F6A9-AC40-9D50-9BAAC73B385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999175194" sldId="2147483689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999175194" sldId="2147483689"/>
              <ac:spMk id="11" creationId="{87A50152-6AF0-CB4C-8223-B92B04D86F3A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602732109" sldId="2147483690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5" creationId="{AD4D50A4-B734-AD41-8654-79DC681E4E1B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8" creationId="{9ECF72A8-B638-3842-8B60-7DFC3C6C0C7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9" creationId="{FDD66AF7-F6A9-AC40-9D50-9BAAC73B385D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865159803" sldId="2147483692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865159803" sldId="2147483692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070593789" sldId="214748369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070593789" sldId="2147483693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038442111" sldId="2147483694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10" creationId="{DC03047F-22E2-5B43-86A2-7583C9DB314F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02519618" sldId="2147483684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02519618" sldId="2147483684"/>
            <pc:sldLayoutMk cId="3795906404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EPPC25 Branded Splash Screen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#1 on all presentations.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The speaker should not edit, move or delete this slide.</a:t>
            </a:r>
            <a:endParaRPr lang="en-IE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Presentation Title Slide</a:t>
            </a:r>
          </a:p>
          <a:p>
            <a:endParaRPr lang="en-US" dirty="0"/>
          </a:p>
          <a:p>
            <a:r>
              <a:rPr lang="en-US" dirty="0"/>
              <a:t>Please input your presentation title, your name, title, company name and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1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Break Slide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starting a new section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the name of the section in the text field.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74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40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– Dark Background: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3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87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</a:t>
            </a:r>
            <a:r>
              <a:rPr lang="en-I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– Dark Background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27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(table, graph, image, video etc.)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846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 +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and visual-data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69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+ Title /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and text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632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types of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51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FF4D00"/>
                </a:solidFill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55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/>
          <p:nvPr/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4400" b="1" dirty="0">
                <a:solidFill>
                  <a:schemeClr val="bg1">
                    <a:lumMod val="9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PRESENTATION TITLE </a:t>
            </a:r>
          </a:p>
          <a:p>
            <a:r>
              <a:rPr lang="en-GB" sz="4400" b="1" dirty="0">
                <a:solidFill>
                  <a:schemeClr val="bg1">
                    <a:lumMod val="9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3400" b="1" dirty="0">
                <a:solidFill>
                  <a:srgbClr val="FF4D00"/>
                </a:solidFill>
                <a:latin typeface="Calibri" charset="0"/>
                <a:ea typeface="Calibri" charset="0"/>
                <a:cs typeface="Calibri" charset="0"/>
              </a:rPr>
              <a:t>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dirty="0">
                <a:solidFill>
                  <a:srgbClr val="B2AFC4"/>
                </a:solidFill>
                <a:latin typeface="Calibri" charset="0"/>
                <a:ea typeface="Calibri" charset="0"/>
                <a:cs typeface="Calibri" charset="0"/>
              </a:rPr>
              <a:t>TITLE, COMPANY NAME, COUNTRY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48848D-FDC8-0E4A-A9A5-45DDD99E9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7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7A4B-103B-A243-ACCD-0C9FE738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9935E-E93C-3340-8D3C-C7F133794D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7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798F-ADE4-4A47-81D7-2A692EDC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E5B8-0429-6A47-88B2-32911952F6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0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4FFF-13BA-424C-9540-AE5072FA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A6DA3-7D70-6341-A223-716497EC21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E05D5-52DA-A140-A7B7-048F9B117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8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8BC2-77A6-DB4D-B85B-B8762C54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C1927-A0D8-0E45-BFE5-E4165F507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854A4-0378-6E4F-8412-934EBE12F2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1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615D15-5BA8-5A4E-800D-AA733132A17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97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0B3B-90DF-B94B-AE01-B5E2E4D2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F5E07-B880-514F-AACB-F04738003B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4CBB3-0F62-1041-90F8-7CDABF7341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8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3947-BBD1-5544-B171-CF68BF16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6A7A3-79AF-0B41-AF72-1F82DFA59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3329-9713-1E4B-A92E-2622D25770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5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D181-690E-C445-BC33-669C1AE0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EACAF-DA6C-3642-8812-030293CC45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C2272-75B4-8542-89C2-B6D4667146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8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2894EF-18F8-C54D-B7D9-EB3DF31B80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8071-1A72-B44E-82DC-255E76BC78D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78C5E3-8A6D-A44D-BF28-D62711E4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4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035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9392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3b1065-ae42-4d8a-aa8c-0a73a17faba8" xsi:nil="true"/>
    <lcf76f155ced4ddcb4097134ff3c332f xmlns="221fbb9a-23db-4311-a69c-34622b2646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782FBD-C4AD-49F1-B11B-703DF9FAD8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17F9A3-629C-4784-B224-2061BB4B5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5C0892-D583-430B-AD43-D1A4EB1EE043}">
  <ds:schemaRefs>
    <ds:schemaRef ds:uri="http://schemas.microsoft.com/office/2006/metadata/properties"/>
    <ds:schemaRef ds:uri="http://www.w3.org/XML/1998/namespace"/>
    <ds:schemaRef ds:uri="http://purl.org/dc/elements/1.1/"/>
    <ds:schemaRef ds:uri="221fbb9a-23db-4311-a69c-34622b264696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3b1065-ae42-4d8a-aa8c-0a73a17faba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</TotalTime>
  <Words>528</Words>
  <Application>Microsoft Macintosh PowerPoint</Application>
  <PresentationFormat>Widescreen</PresentationFormat>
  <Paragraphs>81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Splash Screen</vt:lpstr>
      <vt:lpstr>Title Slide</vt:lpstr>
      <vt:lpstr>Main Content</vt:lpstr>
      <vt:lpstr>End 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SharePoint Europe Systems</dc:creator>
  <cp:lastModifiedBy>Ray Glasheen</cp:lastModifiedBy>
  <cp:revision>54</cp:revision>
  <dcterms:created xsi:type="dcterms:W3CDTF">2016-06-21T09:22:52Z</dcterms:created>
  <dcterms:modified xsi:type="dcterms:W3CDTF">2026-04-30T15:32:19Z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0x010100A051F54D7AD26C459333D1AFF09839BE</vt:lpwstr>
  </property>
  <property fmtid="{D5CDD505-2E9C-101B-9397-08002B2CF9AE}" pid="3" name="MediaServiceImageTags">
    <vt:lpwstr/>
  </property>
</Properties>
</file>